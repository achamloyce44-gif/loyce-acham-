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9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723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63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04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96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23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9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73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66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5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874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50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24313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05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858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87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4EAF4-58C5-41BB-8D4A-7EC874033FD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7148D67-67C9-4146-A2A6-B70C91B21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538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DESIGNING GUI FOR NUMERICAL METHODS IN  MATLAB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GROUP 13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84009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2044" y="1905000"/>
            <a:ext cx="9822568" cy="4800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A GUI is an interface for user interaction with software combining </a:t>
            </a:r>
            <a:r>
              <a:rPr lang="en-US" sz="2000" dirty="0" err="1" smtClean="0"/>
              <a:t>usability,and</a:t>
            </a:r>
            <a:r>
              <a:rPr lang="en-US" sz="2000" dirty="0" smtClean="0"/>
              <a:t> accessibility.</a:t>
            </a:r>
          </a:p>
          <a:p>
            <a:pPr marL="0" indent="0">
              <a:buNone/>
            </a:pPr>
            <a:r>
              <a:rPr lang="en-US" sz="2000" dirty="0" smtClean="0"/>
              <a:t>The purpose of the project is to design a GUI to simplify solving numerical methods computability .</a:t>
            </a:r>
          </a:p>
          <a:p>
            <a:pPr marL="0" indent="0">
              <a:buNone/>
            </a:pPr>
            <a:r>
              <a:rPr lang="en-US" sz="2000" dirty="0" smtClean="0"/>
              <a:t>The numerical methods covered are;</a:t>
            </a:r>
          </a:p>
          <a:p>
            <a:r>
              <a:rPr lang="en-US" sz="2000" dirty="0" smtClean="0"/>
              <a:t>Newton </a:t>
            </a:r>
            <a:r>
              <a:rPr lang="en-US" sz="2000" dirty="0" err="1" smtClean="0"/>
              <a:t>rapshon</a:t>
            </a:r>
            <a:r>
              <a:rPr lang="en-US" sz="2000" dirty="0" smtClean="0"/>
              <a:t> method</a:t>
            </a:r>
          </a:p>
          <a:p>
            <a:r>
              <a:rPr lang="en-US" sz="2000" dirty="0" smtClean="0"/>
              <a:t>Secant method</a:t>
            </a:r>
          </a:p>
          <a:p>
            <a:r>
              <a:rPr lang="en-US" sz="2000" dirty="0" smtClean="0"/>
              <a:t>Bisection method</a:t>
            </a:r>
          </a:p>
          <a:p>
            <a:r>
              <a:rPr lang="en-US" sz="2000" dirty="0" smtClean="0"/>
              <a:t>Fixed point iteration</a:t>
            </a:r>
          </a:p>
          <a:p>
            <a:r>
              <a:rPr lang="en-US" sz="2000" dirty="0" smtClean="0"/>
              <a:t>Euler </a:t>
            </a:r>
          </a:p>
          <a:p>
            <a:r>
              <a:rPr lang="en-US" sz="2000" dirty="0" err="1" smtClean="0"/>
              <a:t>Runge</a:t>
            </a:r>
            <a:r>
              <a:rPr lang="en-US" sz="2000" dirty="0" smtClean="0"/>
              <a:t> </a:t>
            </a:r>
            <a:r>
              <a:rPr lang="en-US" sz="2000" dirty="0" err="1" smtClean="0"/>
              <a:t>kutta</a:t>
            </a:r>
            <a:r>
              <a:rPr lang="en-US" sz="2000" dirty="0" smtClean="0"/>
              <a:t> 4 </a:t>
            </a:r>
          </a:p>
          <a:p>
            <a:r>
              <a:rPr lang="en-US" sz="2000" dirty="0" smtClean="0"/>
              <a:t>Simpson </a:t>
            </a:r>
          </a:p>
        </p:txBody>
      </p:sp>
    </p:spTree>
    <p:extLst>
      <p:ext uri="{BB962C8B-B14F-4D97-AF65-F5344CB8AC3E}">
        <p14:creationId xmlns:p14="http://schemas.microsoft.com/office/powerpoint/2010/main" val="394753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USED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Work was divided  </a:t>
            </a:r>
            <a:r>
              <a:rPr lang="en-US" dirty="0"/>
              <a:t>among group </a:t>
            </a:r>
            <a:r>
              <a:rPr lang="en-US" dirty="0" smtClean="0"/>
              <a:t>members</a:t>
            </a:r>
            <a:r>
              <a:rPr lang="en-US" dirty="0"/>
              <a:t> </a:t>
            </a:r>
            <a:r>
              <a:rPr lang="en-US" dirty="0" smtClean="0"/>
              <a:t>and specific steps were followed </a:t>
            </a:r>
          </a:p>
          <a:p>
            <a:pPr marL="0" indent="0">
              <a:buNone/>
            </a:pPr>
            <a:r>
              <a:rPr lang="en-US" dirty="0" smtClean="0"/>
              <a:t>Steps </a:t>
            </a:r>
            <a:r>
              <a:rPr lang="en-US" dirty="0"/>
              <a:t>followed</a:t>
            </a:r>
            <a:r>
              <a:rPr lang="en-US" dirty="0" smtClean="0"/>
              <a:t>:</a:t>
            </a:r>
          </a:p>
          <a:p>
            <a:r>
              <a:rPr lang="en-US" dirty="0" smtClean="0"/>
              <a:t>Open </a:t>
            </a:r>
            <a:r>
              <a:rPr lang="en-US" dirty="0"/>
              <a:t>MATLAB and create </a:t>
            </a:r>
            <a:r>
              <a:rPr lang="en-US" dirty="0" smtClean="0"/>
              <a:t>script</a:t>
            </a:r>
          </a:p>
          <a:p>
            <a:r>
              <a:rPr lang="en-US" dirty="0" smtClean="0"/>
              <a:t>Develop </a:t>
            </a:r>
            <a:r>
              <a:rPr lang="en-US" dirty="0"/>
              <a:t>numerical method class </a:t>
            </a:r>
            <a:r>
              <a:rPr lang="en-US" dirty="0" smtClean="0"/>
              <a:t>codes</a:t>
            </a:r>
          </a:p>
          <a:p>
            <a:r>
              <a:rPr lang="en-US" dirty="0" smtClean="0"/>
              <a:t>Design </a:t>
            </a:r>
            <a:r>
              <a:rPr lang="en-US" dirty="0"/>
              <a:t>GUI </a:t>
            </a:r>
            <a:r>
              <a:rPr lang="en-US" dirty="0" smtClean="0"/>
              <a:t>code</a:t>
            </a:r>
          </a:p>
          <a:p>
            <a:r>
              <a:rPr lang="en-US" dirty="0" smtClean="0"/>
              <a:t>Test </a:t>
            </a:r>
            <a:r>
              <a:rPr lang="en-US" dirty="0"/>
              <a:t>and run GUI with different numerical </a:t>
            </a:r>
            <a:r>
              <a:rPr lang="en-US" dirty="0" smtClean="0"/>
              <a:t>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455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19879" y="1512711"/>
            <a:ext cx="4313864" cy="3777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 smtClean="0"/>
              <a:t>GUI Components</a:t>
            </a:r>
          </a:p>
          <a:p>
            <a:r>
              <a:rPr lang="en-US" dirty="0" smtClean="0"/>
              <a:t>Drop-down </a:t>
            </a:r>
            <a:r>
              <a:rPr lang="en-US" dirty="0"/>
              <a:t>menus to select problem type and </a:t>
            </a:r>
            <a:r>
              <a:rPr lang="en-US" dirty="0" smtClean="0"/>
              <a:t>method.</a:t>
            </a:r>
          </a:p>
          <a:p>
            <a:r>
              <a:rPr lang="en-US" dirty="0" smtClean="0"/>
              <a:t>Numeric </a:t>
            </a:r>
            <a:r>
              <a:rPr lang="en-US" dirty="0"/>
              <a:t>input fields: Lower Limit, Upper Limit, Step Size, Initial </a:t>
            </a:r>
            <a:r>
              <a:rPr lang="en-US" dirty="0" smtClean="0"/>
              <a:t>Condition.</a:t>
            </a:r>
          </a:p>
          <a:p>
            <a:r>
              <a:rPr lang="en-US" dirty="0" smtClean="0"/>
              <a:t>Compute </a:t>
            </a:r>
            <a:r>
              <a:rPr lang="en-US" dirty="0"/>
              <a:t>Button to run </a:t>
            </a:r>
            <a:r>
              <a:rPr lang="en-US" dirty="0" smtClean="0"/>
              <a:t>calculations.</a:t>
            </a:r>
          </a:p>
          <a:p>
            <a:r>
              <a:rPr lang="en-US" dirty="0" smtClean="0"/>
              <a:t>Text </a:t>
            </a:r>
            <a:r>
              <a:rPr lang="en-US" dirty="0"/>
              <a:t>area for results </a:t>
            </a:r>
            <a:r>
              <a:rPr lang="en-US" dirty="0" smtClean="0"/>
              <a:t>display.</a:t>
            </a:r>
          </a:p>
          <a:p>
            <a:r>
              <a:rPr lang="en-US" dirty="0" smtClean="0"/>
              <a:t>Plot </a:t>
            </a:r>
            <a:r>
              <a:rPr lang="en-US" dirty="0"/>
              <a:t>area (</a:t>
            </a:r>
            <a:r>
              <a:rPr lang="en-US" dirty="0" err="1"/>
              <a:t>UIAxes</a:t>
            </a:r>
            <a:r>
              <a:rPr lang="en-US" dirty="0"/>
              <a:t>) for graphical </a:t>
            </a:r>
            <a:r>
              <a:rPr lang="en-US" dirty="0" smtClean="0"/>
              <a:t>visualization.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7179458" y="1595644"/>
            <a:ext cx="4313864" cy="3777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 smtClean="0"/>
              <a:t>GUI </a:t>
            </a:r>
            <a:r>
              <a:rPr lang="en-US" sz="3200" dirty="0"/>
              <a:t>Features and </a:t>
            </a:r>
            <a:r>
              <a:rPr lang="en-US" sz="3200" dirty="0" smtClean="0"/>
              <a:t>Workflow</a:t>
            </a:r>
          </a:p>
          <a:p>
            <a:r>
              <a:rPr lang="en-US" dirty="0" smtClean="0"/>
              <a:t>Consistent </a:t>
            </a:r>
            <a:r>
              <a:rPr lang="en-US" dirty="0"/>
              <a:t>layout and color scheme ensures ease of use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Real-time </a:t>
            </a:r>
            <a:r>
              <a:rPr lang="en-US" dirty="0"/>
              <a:t>plotting of results for visual understanding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Feedback </a:t>
            </a:r>
            <a:r>
              <a:rPr lang="en-US" dirty="0"/>
              <a:t>through result display and computation time shown</a:t>
            </a:r>
            <a:r>
              <a:rPr lang="en-US" dirty="0" smtClean="0"/>
              <a:t>.</a:t>
            </a:r>
          </a:p>
          <a:p>
            <a:r>
              <a:rPr lang="en-US" dirty="0" smtClean="0"/>
              <a:t>Accessible </a:t>
            </a:r>
            <a:r>
              <a:rPr lang="en-US" dirty="0"/>
              <a:t>input validation and error handling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820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0391" y="75120"/>
            <a:ext cx="8911687" cy="5725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WORK FLOW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835378"/>
            <a:ext cx="8915400" cy="50758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Different codes combining the concept of classes, encapsulation, inheritance, polymorphism and abstraction were developed and used in the designing of the numerical methods GUI as shown below.</a:t>
            </a:r>
          </a:p>
          <a:p>
            <a:pPr marL="0" indent="0">
              <a:buNone/>
            </a:pPr>
            <a:r>
              <a:rPr lang="en-US" dirty="0" smtClean="0"/>
              <a:t>For example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835" y="2199975"/>
            <a:ext cx="5172797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788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844" y="326271"/>
            <a:ext cx="4846085" cy="57539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840" y="326271"/>
            <a:ext cx="4963959" cy="576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48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DEVELOPING THE NUMERICAL METHODS GUI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38946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</a:t>
            </a:r>
            <a:r>
              <a:rPr lang="en-US" dirty="0" smtClean="0"/>
              <a:t>e built a </a:t>
            </a:r>
            <a:r>
              <a:rPr lang="en-US" dirty="0"/>
              <a:t>modular MATLAB GUI that runs multiple numerical methods (root finding, ODE solving, and integral solving) via a single interface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We added parameters for input, method selection, </a:t>
            </a:r>
            <a:r>
              <a:rPr lang="en-US" dirty="0"/>
              <a:t>run, and view results and plots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Also added Dropdowns; to select the Problem </a:t>
            </a:r>
            <a:r>
              <a:rPr lang="en-US" dirty="0"/>
              <a:t>type (Differential, Integral, Root Finding) and Method (Newton-Raphson, Euler, RK4, Trapezoidal, Simpson, </a:t>
            </a:r>
            <a:r>
              <a:rPr lang="en-US" dirty="0" smtClean="0"/>
              <a:t>etc.</a:t>
            </a:r>
          </a:p>
          <a:p>
            <a:pPr marL="0" indent="0">
              <a:buNone/>
            </a:pPr>
            <a:r>
              <a:rPr lang="en-US" dirty="0" smtClean="0"/>
              <a:t>Used input numeric fields for; </a:t>
            </a:r>
            <a:r>
              <a:rPr lang="en-US" dirty="0"/>
              <a:t>Lower limit a, Upper limit b, Step size h, Initial condition y0 (for ODEs), Initial guess x0 (for roots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Compute button that Executes </a:t>
            </a:r>
            <a:r>
              <a:rPr lang="en-US" dirty="0"/>
              <a:t>the chosen method with current </a:t>
            </a:r>
            <a:r>
              <a:rPr lang="en-US" dirty="0" smtClean="0"/>
              <a:t>inputs</a:t>
            </a:r>
          </a:p>
          <a:p>
            <a:pPr marL="0" indent="0">
              <a:buNone/>
            </a:pPr>
            <a:r>
              <a:rPr lang="en-US" dirty="0" smtClean="0"/>
              <a:t>Used a Text </a:t>
            </a:r>
            <a:r>
              <a:rPr lang="en-US" dirty="0"/>
              <a:t>area </a:t>
            </a:r>
            <a:r>
              <a:rPr lang="en-US" dirty="0" smtClean="0"/>
              <a:t>for outputting  </a:t>
            </a:r>
            <a:r>
              <a:rPr lang="en-US" dirty="0"/>
              <a:t>results/timing;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Added </a:t>
            </a:r>
            <a:r>
              <a:rPr lang="en-US" dirty="0" err="1" smtClean="0"/>
              <a:t>UIAxes</a:t>
            </a:r>
            <a:r>
              <a:rPr lang="en-US" dirty="0" smtClean="0"/>
              <a:t> </a:t>
            </a:r>
            <a:r>
              <a:rPr lang="en-US" dirty="0"/>
              <a:t>for </a:t>
            </a:r>
            <a:r>
              <a:rPr lang="en-US" dirty="0" smtClean="0"/>
              <a:t>plots Callback basics</a:t>
            </a:r>
          </a:p>
        </p:txBody>
      </p:sp>
    </p:spTree>
    <p:extLst>
      <p:ext uri="{BB962C8B-B14F-4D97-AF65-F5344CB8AC3E}">
        <p14:creationId xmlns:p14="http://schemas.microsoft.com/office/powerpoint/2010/main" val="1279898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184753" y="20244"/>
            <a:ext cx="8912225" cy="60064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GUI OUTPUT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492" y="620889"/>
            <a:ext cx="4549775" cy="2922587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129" y="619853"/>
            <a:ext cx="4284133" cy="2923623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129" y="3670582"/>
            <a:ext cx="4284133" cy="3023729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492" y="3629659"/>
            <a:ext cx="4549775" cy="310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44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8133" y="2133600"/>
            <a:ext cx="9764889" cy="4165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Prioritize usability and user-centric approaches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r>
              <a:rPr lang="en-US" sz="3200" dirty="0" smtClean="0"/>
              <a:t>Maintain </a:t>
            </a:r>
            <a:r>
              <a:rPr lang="en-US" sz="3200" dirty="0"/>
              <a:t>consistency in design elements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r>
              <a:rPr lang="en-US" sz="3200" dirty="0" smtClean="0"/>
              <a:t>Ensure </a:t>
            </a:r>
            <a:r>
              <a:rPr lang="en-US" sz="3200" dirty="0"/>
              <a:t>responsiveness and accessibility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r>
              <a:rPr lang="en-US" sz="3200" dirty="0" smtClean="0"/>
              <a:t>Implement </a:t>
            </a:r>
            <a:r>
              <a:rPr lang="en-US" sz="3200" dirty="0"/>
              <a:t>feedback mechanisms for user actions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r>
              <a:rPr lang="en-US" sz="3200" dirty="0" smtClean="0"/>
              <a:t>Conduct </a:t>
            </a:r>
            <a:r>
              <a:rPr lang="en-US" sz="3200" dirty="0"/>
              <a:t>regular user testing and adapt to evolving </a:t>
            </a:r>
            <a:r>
              <a:rPr lang="en-US" sz="3200" dirty="0" smtClean="0"/>
              <a:t>standards.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23263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7034" y="2144888"/>
            <a:ext cx="9422166" cy="3488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Effective GUI design enhances computational problem-solving</a:t>
            </a:r>
            <a:r>
              <a:rPr lang="en-US" sz="3200" dirty="0" smtClean="0"/>
              <a:t>. </a:t>
            </a:r>
          </a:p>
          <a:p>
            <a:pPr marL="0" indent="0">
              <a:buNone/>
            </a:pPr>
            <a:r>
              <a:rPr lang="en-US" sz="3200" dirty="0" smtClean="0"/>
              <a:t>MATLAB </a:t>
            </a:r>
            <a:r>
              <a:rPr lang="en-US" sz="3200" dirty="0"/>
              <a:t>provides a powerful environment for GUI and numerical methods </a:t>
            </a:r>
            <a:r>
              <a:rPr lang="en-US" sz="3200" dirty="0" smtClean="0"/>
              <a:t>integration</a:t>
            </a:r>
            <a:r>
              <a:rPr lang="en-US" sz="3200" dirty="0"/>
              <a:t>,</a:t>
            </a:r>
            <a:r>
              <a:rPr lang="en-US" sz="3200" dirty="0" smtClean="0"/>
              <a:t> Continuous </a:t>
            </a:r>
            <a:r>
              <a:rPr lang="en-US" sz="3200" dirty="0"/>
              <a:t>improvement and adherence to design principles vital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699906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90</TotalTime>
  <Words>422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DESIGNING GUI FOR NUMERICAL METHODS IN  MATLAB </vt:lpstr>
      <vt:lpstr>INTRODUCTION </vt:lpstr>
      <vt:lpstr>METHODOLOGY USED </vt:lpstr>
      <vt:lpstr>PowerPoint Presentation</vt:lpstr>
      <vt:lpstr>THE WORK FLOW </vt:lpstr>
      <vt:lpstr>PowerPoint Presentation</vt:lpstr>
      <vt:lpstr>DEVELOPING THE NUMERICAL METHODS GUI </vt:lpstr>
      <vt:lpstr>THE GUI OUTPUT</vt:lpstr>
      <vt:lpstr>RECOMMENDATION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GRAPHICAL USER INTERFACE FOR NUMERICAL METHODS</dc:title>
  <dc:creator>ANNA GRACE</dc:creator>
  <cp:lastModifiedBy>ANNA GRACE</cp:lastModifiedBy>
  <cp:revision>8</cp:revision>
  <dcterms:created xsi:type="dcterms:W3CDTF">2025-11-04T18:26:34Z</dcterms:created>
  <dcterms:modified xsi:type="dcterms:W3CDTF">2025-11-04T19:57:15Z</dcterms:modified>
</cp:coreProperties>
</file>